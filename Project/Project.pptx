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5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8" r:id="rId3"/>
    <p:sldMasterId id="2147483709" r:id="rId4"/>
    <p:sldMasterId id="2147483710" r:id="rId5"/>
    <p:sldMasterId id="2147483711" r:id="rId6"/>
    <p:sldMasterId id="2147483712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</p:sldIdLst>
  <p:sldSz cy="5668950" cx="10077450"/>
  <p:notesSz cx="7772400" cy="10058400"/>
  <p:embeddedFontLst>
    <p:embeddedFont>
      <p:font typeface="Noto Sans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1.xml"/><Relationship Id="rId15" Type="http://schemas.openxmlformats.org/officeDocument/2006/relationships/font" Target="fonts/NotoSans-bold.fntdata"/><Relationship Id="rId14" Type="http://schemas.openxmlformats.org/officeDocument/2006/relationships/font" Target="fonts/NotoSans-regular.fntdata"/><Relationship Id="rId17" Type="http://schemas.openxmlformats.org/officeDocument/2006/relationships/font" Target="fonts/NotoSans-boldItalic.fntdata"/><Relationship Id="rId16" Type="http://schemas.openxmlformats.org/officeDocument/2006/relationships/font" Target="fonts/NotoSans-italic.fntdata"/><Relationship Id="rId5" Type="http://schemas.openxmlformats.org/officeDocument/2006/relationships/slideMaster" Target="slideMasters/slideMaster3.xml"/><Relationship Id="rId6" Type="http://schemas.openxmlformats.org/officeDocument/2006/relationships/slideMaster" Target="slideMasters/slideMaster4.xml"/><Relationship Id="rId7" Type="http://schemas.openxmlformats.org/officeDocument/2006/relationships/slideMaster" Target="slideMasters/slideMaster5.xml"/><Relationship Id="rId8" Type="http://schemas.openxmlformats.org/officeDocument/2006/relationships/notesMaster" Target="notesMasters/notesMaster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4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5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5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title"/>
          </p:nvPr>
        </p:nvSpPr>
        <p:spPr>
          <a:xfrm>
            <a:off x="503640" y="225720"/>
            <a:ext cx="906876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503640" y="1326240"/>
            <a:ext cx="9068760" cy="3287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503640" y="225720"/>
            <a:ext cx="906876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body"/>
          </p:nvPr>
        </p:nvSpPr>
        <p:spPr>
          <a:xfrm>
            <a:off x="503640" y="1326240"/>
            <a:ext cx="9068760" cy="3287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"/>
          <p:cNvSpPr txBox="1"/>
          <p:nvPr>
            <p:ph type="title"/>
          </p:nvPr>
        </p:nvSpPr>
        <p:spPr>
          <a:xfrm>
            <a:off x="503640" y="225720"/>
            <a:ext cx="906876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5"/>
          <p:cNvSpPr txBox="1"/>
          <p:nvPr>
            <p:ph idx="1" type="body"/>
          </p:nvPr>
        </p:nvSpPr>
        <p:spPr>
          <a:xfrm>
            <a:off x="503640" y="1326240"/>
            <a:ext cx="4425480" cy="3287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5"/>
          <p:cNvSpPr txBox="1"/>
          <p:nvPr>
            <p:ph idx="2" type="body"/>
          </p:nvPr>
        </p:nvSpPr>
        <p:spPr>
          <a:xfrm>
            <a:off x="5150880" y="1326240"/>
            <a:ext cx="4425480" cy="3287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6"/>
          <p:cNvSpPr txBox="1"/>
          <p:nvPr>
            <p:ph type="title"/>
          </p:nvPr>
        </p:nvSpPr>
        <p:spPr>
          <a:xfrm>
            <a:off x="503640" y="225720"/>
            <a:ext cx="906876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"/>
          <p:cNvSpPr txBox="1"/>
          <p:nvPr>
            <p:ph idx="1" type="subTitle"/>
          </p:nvPr>
        </p:nvSpPr>
        <p:spPr>
          <a:xfrm>
            <a:off x="503640" y="225720"/>
            <a:ext cx="9068760" cy="43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"/>
          <p:cNvSpPr txBox="1"/>
          <p:nvPr>
            <p:ph type="title"/>
          </p:nvPr>
        </p:nvSpPr>
        <p:spPr>
          <a:xfrm>
            <a:off x="503640" y="225720"/>
            <a:ext cx="906876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8"/>
          <p:cNvSpPr txBox="1"/>
          <p:nvPr>
            <p:ph idx="1" type="body"/>
          </p:nvPr>
        </p:nvSpPr>
        <p:spPr>
          <a:xfrm>
            <a:off x="503640" y="1326240"/>
            <a:ext cx="44254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8"/>
          <p:cNvSpPr txBox="1"/>
          <p:nvPr>
            <p:ph idx="2" type="body"/>
          </p:nvPr>
        </p:nvSpPr>
        <p:spPr>
          <a:xfrm>
            <a:off x="5150880" y="1326240"/>
            <a:ext cx="4425480" cy="3287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8"/>
          <p:cNvSpPr txBox="1"/>
          <p:nvPr>
            <p:ph idx="3" type="body"/>
          </p:nvPr>
        </p:nvSpPr>
        <p:spPr>
          <a:xfrm>
            <a:off x="503640" y="3043800"/>
            <a:ext cx="44254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/>
          <p:nvPr>
            <p:ph type="title"/>
          </p:nvPr>
        </p:nvSpPr>
        <p:spPr>
          <a:xfrm>
            <a:off x="503640" y="225720"/>
            <a:ext cx="906876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9"/>
          <p:cNvSpPr txBox="1"/>
          <p:nvPr>
            <p:ph idx="1" type="body"/>
          </p:nvPr>
        </p:nvSpPr>
        <p:spPr>
          <a:xfrm>
            <a:off x="503640" y="1326240"/>
            <a:ext cx="4425480" cy="3287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9"/>
          <p:cNvSpPr txBox="1"/>
          <p:nvPr>
            <p:ph idx="2" type="body"/>
          </p:nvPr>
        </p:nvSpPr>
        <p:spPr>
          <a:xfrm>
            <a:off x="5150880" y="1326240"/>
            <a:ext cx="44254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9"/>
          <p:cNvSpPr txBox="1"/>
          <p:nvPr>
            <p:ph idx="3" type="body"/>
          </p:nvPr>
        </p:nvSpPr>
        <p:spPr>
          <a:xfrm>
            <a:off x="5150880" y="3043800"/>
            <a:ext cx="44254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/>
          <p:nvPr>
            <p:ph type="title"/>
          </p:nvPr>
        </p:nvSpPr>
        <p:spPr>
          <a:xfrm>
            <a:off x="503640" y="225720"/>
            <a:ext cx="906876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0"/>
          <p:cNvSpPr txBox="1"/>
          <p:nvPr>
            <p:ph idx="1" type="body"/>
          </p:nvPr>
        </p:nvSpPr>
        <p:spPr>
          <a:xfrm>
            <a:off x="503640" y="1326240"/>
            <a:ext cx="44254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0"/>
          <p:cNvSpPr txBox="1"/>
          <p:nvPr>
            <p:ph idx="2" type="body"/>
          </p:nvPr>
        </p:nvSpPr>
        <p:spPr>
          <a:xfrm>
            <a:off x="5150880" y="1326240"/>
            <a:ext cx="44254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0"/>
          <p:cNvSpPr txBox="1"/>
          <p:nvPr>
            <p:ph idx="3" type="body"/>
          </p:nvPr>
        </p:nvSpPr>
        <p:spPr>
          <a:xfrm>
            <a:off x="503640" y="3043800"/>
            <a:ext cx="906876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1"/>
          <p:cNvSpPr txBox="1"/>
          <p:nvPr>
            <p:ph type="title"/>
          </p:nvPr>
        </p:nvSpPr>
        <p:spPr>
          <a:xfrm>
            <a:off x="503640" y="225720"/>
            <a:ext cx="906876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1"/>
          <p:cNvSpPr txBox="1"/>
          <p:nvPr>
            <p:ph idx="1" type="body"/>
          </p:nvPr>
        </p:nvSpPr>
        <p:spPr>
          <a:xfrm>
            <a:off x="503640" y="1326240"/>
            <a:ext cx="906876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1"/>
          <p:cNvSpPr txBox="1"/>
          <p:nvPr>
            <p:ph idx="2" type="body"/>
          </p:nvPr>
        </p:nvSpPr>
        <p:spPr>
          <a:xfrm>
            <a:off x="503640" y="3043800"/>
            <a:ext cx="906876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2"/>
          <p:cNvSpPr txBox="1"/>
          <p:nvPr>
            <p:ph type="title"/>
          </p:nvPr>
        </p:nvSpPr>
        <p:spPr>
          <a:xfrm>
            <a:off x="503640" y="225720"/>
            <a:ext cx="906876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2"/>
          <p:cNvSpPr txBox="1"/>
          <p:nvPr>
            <p:ph idx="1" type="body"/>
          </p:nvPr>
        </p:nvSpPr>
        <p:spPr>
          <a:xfrm>
            <a:off x="503640" y="1326240"/>
            <a:ext cx="44254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2"/>
          <p:cNvSpPr txBox="1"/>
          <p:nvPr>
            <p:ph idx="2" type="body"/>
          </p:nvPr>
        </p:nvSpPr>
        <p:spPr>
          <a:xfrm>
            <a:off x="5150880" y="1326240"/>
            <a:ext cx="44254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2"/>
          <p:cNvSpPr txBox="1"/>
          <p:nvPr>
            <p:ph idx="3" type="body"/>
          </p:nvPr>
        </p:nvSpPr>
        <p:spPr>
          <a:xfrm>
            <a:off x="503640" y="3043800"/>
            <a:ext cx="44254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4" type="body"/>
          </p:nvPr>
        </p:nvSpPr>
        <p:spPr>
          <a:xfrm>
            <a:off x="5150880" y="3043800"/>
            <a:ext cx="44254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3"/>
          <p:cNvSpPr txBox="1"/>
          <p:nvPr>
            <p:ph type="title"/>
          </p:nvPr>
        </p:nvSpPr>
        <p:spPr>
          <a:xfrm>
            <a:off x="503640" y="225720"/>
            <a:ext cx="906876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3"/>
          <p:cNvSpPr txBox="1"/>
          <p:nvPr>
            <p:ph idx="1" type="body"/>
          </p:nvPr>
        </p:nvSpPr>
        <p:spPr>
          <a:xfrm>
            <a:off x="503640" y="1326240"/>
            <a:ext cx="291996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2" type="body"/>
          </p:nvPr>
        </p:nvSpPr>
        <p:spPr>
          <a:xfrm>
            <a:off x="3570120" y="1326240"/>
            <a:ext cx="291996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3" type="body"/>
          </p:nvPr>
        </p:nvSpPr>
        <p:spPr>
          <a:xfrm>
            <a:off x="6636240" y="1326240"/>
            <a:ext cx="291996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4" type="body"/>
          </p:nvPr>
        </p:nvSpPr>
        <p:spPr>
          <a:xfrm>
            <a:off x="503640" y="3043800"/>
            <a:ext cx="291996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5" type="body"/>
          </p:nvPr>
        </p:nvSpPr>
        <p:spPr>
          <a:xfrm>
            <a:off x="3570120" y="3043800"/>
            <a:ext cx="291996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6" type="body"/>
          </p:nvPr>
        </p:nvSpPr>
        <p:spPr>
          <a:xfrm>
            <a:off x="6636240" y="3043800"/>
            <a:ext cx="291996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 txBox="1"/>
          <p:nvPr>
            <p:ph type="title"/>
          </p:nvPr>
        </p:nvSpPr>
        <p:spPr>
          <a:xfrm>
            <a:off x="503640" y="225720"/>
            <a:ext cx="906876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" type="subTitle"/>
          </p:nvPr>
        </p:nvSpPr>
        <p:spPr>
          <a:xfrm>
            <a:off x="503640" y="1326240"/>
            <a:ext cx="9068760" cy="3287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7"/>
          <p:cNvSpPr txBox="1"/>
          <p:nvPr>
            <p:ph type="title"/>
          </p:nvPr>
        </p:nvSpPr>
        <p:spPr>
          <a:xfrm>
            <a:off x="503640" y="225720"/>
            <a:ext cx="906876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7"/>
          <p:cNvSpPr txBox="1"/>
          <p:nvPr>
            <p:ph idx="1" type="body"/>
          </p:nvPr>
        </p:nvSpPr>
        <p:spPr>
          <a:xfrm>
            <a:off x="503640" y="1326240"/>
            <a:ext cx="9068760" cy="3287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503640" y="225720"/>
            <a:ext cx="906876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" type="body"/>
          </p:nvPr>
        </p:nvSpPr>
        <p:spPr>
          <a:xfrm>
            <a:off x="503640" y="1326240"/>
            <a:ext cx="4425480" cy="3287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2" type="body"/>
          </p:nvPr>
        </p:nvSpPr>
        <p:spPr>
          <a:xfrm>
            <a:off x="5150880" y="1326240"/>
            <a:ext cx="4425480" cy="3287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>
            <a:off x="503640" y="225720"/>
            <a:ext cx="906876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0"/>
          <p:cNvSpPr txBox="1"/>
          <p:nvPr>
            <p:ph idx="1" type="subTitle"/>
          </p:nvPr>
        </p:nvSpPr>
        <p:spPr>
          <a:xfrm>
            <a:off x="503640" y="225720"/>
            <a:ext cx="9068760" cy="43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1"/>
          <p:cNvSpPr txBox="1"/>
          <p:nvPr>
            <p:ph type="title"/>
          </p:nvPr>
        </p:nvSpPr>
        <p:spPr>
          <a:xfrm>
            <a:off x="503640" y="225720"/>
            <a:ext cx="906876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1"/>
          <p:cNvSpPr txBox="1"/>
          <p:nvPr>
            <p:ph idx="1" type="body"/>
          </p:nvPr>
        </p:nvSpPr>
        <p:spPr>
          <a:xfrm>
            <a:off x="503640" y="1326240"/>
            <a:ext cx="44254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1"/>
          <p:cNvSpPr txBox="1"/>
          <p:nvPr>
            <p:ph idx="2" type="body"/>
          </p:nvPr>
        </p:nvSpPr>
        <p:spPr>
          <a:xfrm>
            <a:off x="5150880" y="1326240"/>
            <a:ext cx="4425480" cy="3287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1"/>
          <p:cNvSpPr txBox="1"/>
          <p:nvPr>
            <p:ph idx="3" type="body"/>
          </p:nvPr>
        </p:nvSpPr>
        <p:spPr>
          <a:xfrm>
            <a:off x="503640" y="3043800"/>
            <a:ext cx="44254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2"/>
          <p:cNvSpPr txBox="1"/>
          <p:nvPr>
            <p:ph type="title"/>
          </p:nvPr>
        </p:nvSpPr>
        <p:spPr>
          <a:xfrm>
            <a:off x="503640" y="225720"/>
            <a:ext cx="906876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2"/>
          <p:cNvSpPr txBox="1"/>
          <p:nvPr>
            <p:ph idx="1" type="body"/>
          </p:nvPr>
        </p:nvSpPr>
        <p:spPr>
          <a:xfrm>
            <a:off x="503640" y="1326240"/>
            <a:ext cx="4425480" cy="3287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2"/>
          <p:cNvSpPr txBox="1"/>
          <p:nvPr>
            <p:ph idx="2" type="body"/>
          </p:nvPr>
        </p:nvSpPr>
        <p:spPr>
          <a:xfrm>
            <a:off x="5150880" y="1326240"/>
            <a:ext cx="44254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2"/>
          <p:cNvSpPr txBox="1"/>
          <p:nvPr>
            <p:ph idx="3" type="body"/>
          </p:nvPr>
        </p:nvSpPr>
        <p:spPr>
          <a:xfrm>
            <a:off x="5150880" y="3043800"/>
            <a:ext cx="44254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3"/>
          <p:cNvSpPr txBox="1"/>
          <p:nvPr>
            <p:ph type="title"/>
          </p:nvPr>
        </p:nvSpPr>
        <p:spPr>
          <a:xfrm>
            <a:off x="503640" y="225720"/>
            <a:ext cx="906876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3"/>
          <p:cNvSpPr txBox="1"/>
          <p:nvPr>
            <p:ph idx="1" type="body"/>
          </p:nvPr>
        </p:nvSpPr>
        <p:spPr>
          <a:xfrm>
            <a:off x="503640" y="1326240"/>
            <a:ext cx="44254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3"/>
          <p:cNvSpPr txBox="1"/>
          <p:nvPr>
            <p:ph idx="2" type="body"/>
          </p:nvPr>
        </p:nvSpPr>
        <p:spPr>
          <a:xfrm>
            <a:off x="5150880" y="1326240"/>
            <a:ext cx="44254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3" type="body"/>
          </p:nvPr>
        </p:nvSpPr>
        <p:spPr>
          <a:xfrm>
            <a:off x="503640" y="3043800"/>
            <a:ext cx="906876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type="title"/>
          </p:nvPr>
        </p:nvSpPr>
        <p:spPr>
          <a:xfrm>
            <a:off x="503640" y="225720"/>
            <a:ext cx="906876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4"/>
          <p:cNvSpPr txBox="1"/>
          <p:nvPr>
            <p:ph idx="1" type="body"/>
          </p:nvPr>
        </p:nvSpPr>
        <p:spPr>
          <a:xfrm>
            <a:off x="503640" y="1326240"/>
            <a:ext cx="906876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4"/>
          <p:cNvSpPr txBox="1"/>
          <p:nvPr>
            <p:ph idx="2" type="body"/>
          </p:nvPr>
        </p:nvSpPr>
        <p:spPr>
          <a:xfrm>
            <a:off x="503640" y="3043800"/>
            <a:ext cx="906876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5"/>
          <p:cNvSpPr txBox="1"/>
          <p:nvPr>
            <p:ph type="title"/>
          </p:nvPr>
        </p:nvSpPr>
        <p:spPr>
          <a:xfrm>
            <a:off x="503640" y="225720"/>
            <a:ext cx="906876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5"/>
          <p:cNvSpPr txBox="1"/>
          <p:nvPr>
            <p:ph idx="1" type="body"/>
          </p:nvPr>
        </p:nvSpPr>
        <p:spPr>
          <a:xfrm>
            <a:off x="503640" y="1326240"/>
            <a:ext cx="44254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5"/>
          <p:cNvSpPr txBox="1"/>
          <p:nvPr>
            <p:ph idx="2" type="body"/>
          </p:nvPr>
        </p:nvSpPr>
        <p:spPr>
          <a:xfrm>
            <a:off x="5150880" y="1326240"/>
            <a:ext cx="44254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5"/>
          <p:cNvSpPr txBox="1"/>
          <p:nvPr>
            <p:ph idx="3" type="body"/>
          </p:nvPr>
        </p:nvSpPr>
        <p:spPr>
          <a:xfrm>
            <a:off x="503640" y="3043800"/>
            <a:ext cx="44254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5"/>
          <p:cNvSpPr txBox="1"/>
          <p:nvPr>
            <p:ph idx="4" type="body"/>
          </p:nvPr>
        </p:nvSpPr>
        <p:spPr>
          <a:xfrm>
            <a:off x="5150880" y="3043800"/>
            <a:ext cx="44254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6"/>
          <p:cNvSpPr txBox="1"/>
          <p:nvPr>
            <p:ph type="title"/>
          </p:nvPr>
        </p:nvSpPr>
        <p:spPr>
          <a:xfrm>
            <a:off x="503640" y="225720"/>
            <a:ext cx="906876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6"/>
          <p:cNvSpPr txBox="1"/>
          <p:nvPr>
            <p:ph idx="1" type="body"/>
          </p:nvPr>
        </p:nvSpPr>
        <p:spPr>
          <a:xfrm>
            <a:off x="503640" y="1326240"/>
            <a:ext cx="291996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6"/>
          <p:cNvSpPr txBox="1"/>
          <p:nvPr>
            <p:ph idx="2" type="body"/>
          </p:nvPr>
        </p:nvSpPr>
        <p:spPr>
          <a:xfrm>
            <a:off x="3570120" y="1326240"/>
            <a:ext cx="291996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6"/>
          <p:cNvSpPr txBox="1"/>
          <p:nvPr>
            <p:ph idx="3" type="body"/>
          </p:nvPr>
        </p:nvSpPr>
        <p:spPr>
          <a:xfrm>
            <a:off x="6636240" y="1326240"/>
            <a:ext cx="291996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6"/>
          <p:cNvSpPr txBox="1"/>
          <p:nvPr>
            <p:ph idx="4" type="body"/>
          </p:nvPr>
        </p:nvSpPr>
        <p:spPr>
          <a:xfrm>
            <a:off x="503640" y="3043800"/>
            <a:ext cx="291996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6"/>
          <p:cNvSpPr txBox="1"/>
          <p:nvPr>
            <p:ph idx="5" type="body"/>
          </p:nvPr>
        </p:nvSpPr>
        <p:spPr>
          <a:xfrm>
            <a:off x="3570120" y="3043800"/>
            <a:ext cx="291996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6"/>
          <p:cNvSpPr txBox="1"/>
          <p:nvPr>
            <p:ph idx="6" type="body"/>
          </p:nvPr>
        </p:nvSpPr>
        <p:spPr>
          <a:xfrm>
            <a:off x="6636240" y="3043800"/>
            <a:ext cx="291996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9"/>
          <p:cNvSpPr txBox="1"/>
          <p:nvPr>
            <p:ph type="title"/>
          </p:nvPr>
        </p:nvSpPr>
        <p:spPr>
          <a:xfrm>
            <a:off x="503640" y="225720"/>
            <a:ext cx="9068700" cy="9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9"/>
          <p:cNvSpPr txBox="1"/>
          <p:nvPr>
            <p:ph idx="1" type="subTitle"/>
          </p:nvPr>
        </p:nvSpPr>
        <p:spPr>
          <a:xfrm>
            <a:off x="503640" y="1326240"/>
            <a:ext cx="9068700" cy="3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0"/>
          <p:cNvSpPr txBox="1"/>
          <p:nvPr>
            <p:ph type="title"/>
          </p:nvPr>
        </p:nvSpPr>
        <p:spPr>
          <a:xfrm>
            <a:off x="503640" y="225720"/>
            <a:ext cx="9068700" cy="9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30"/>
          <p:cNvSpPr txBox="1"/>
          <p:nvPr>
            <p:ph idx="1" type="body"/>
          </p:nvPr>
        </p:nvSpPr>
        <p:spPr>
          <a:xfrm>
            <a:off x="503640" y="1326240"/>
            <a:ext cx="9068700" cy="3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1"/>
          <p:cNvSpPr txBox="1"/>
          <p:nvPr>
            <p:ph type="title"/>
          </p:nvPr>
        </p:nvSpPr>
        <p:spPr>
          <a:xfrm>
            <a:off x="503640" y="225720"/>
            <a:ext cx="9068700" cy="9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31"/>
          <p:cNvSpPr txBox="1"/>
          <p:nvPr>
            <p:ph idx="1" type="body"/>
          </p:nvPr>
        </p:nvSpPr>
        <p:spPr>
          <a:xfrm>
            <a:off x="503640" y="1326240"/>
            <a:ext cx="4425600" cy="3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31"/>
          <p:cNvSpPr txBox="1"/>
          <p:nvPr>
            <p:ph idx="2" type="body"/>
          </p:nvPr>
        </p:nvSpPr>
        <p:spPr>
          <a:xfrm>
            <a:off x="5150880" y="1326240"/>
            <a:ext cx="4425600" cy="3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2"/>
          <p:cNvSpPr txBox="1"/>
          <p:nvPr>
            <p:ph type="title"/>
          </p:nvPr>
        </p:nvSpPr>
        <p:spPr>
          <a:xfrm>
            <a:off x="503640" y="225720"/>
            <a:ext cx="9068700" cy="9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3"/>
          <p:cNvSpPr txBox="1"/>
          <p:nvPr>
            <p:ph idx="1" type="subTitle"/>
          </p:nvPr>
        </p:nvSpPr>
        <p:spPr>
          <a:xfrm>
            <a:off x="503640" y="225720"/>
            <a:ext cx="9068700" cy="43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4"/>
          <p:cNvSpPr txBox="1"/>
          <p:nvPr>
            <p:ph type="title"/>
          </p:nvPr>
        </p:nvSpPr>
        <p:spPr>
          <a:xfrm>
            <a:off x="503640" y="225720"/>
            <a:ext cx="9068700" cy="9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34"/>
          <p:cNvSpPr txBox="1"/>
          <p:nvPr>
            <p:ph idx="1" type="body"/>
          </p:nvPr>
        </p:nvSpPr>
        <p:spPr>
          <a:xfrm>
            <a:off x="503640" y="1326240"/>
            <a:ext cx="4425600" cy="15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34"/>
          <p:cNvSpPr txBox="1"/>
          <p:nvPr>
            <p:ph idx="2" type="body"/>
          </p:nvPr>
        </p:nvSpPr>
        <p:spPr>
          <a:xfrm>
            <a:off x="5150880" y="1326240"/>
            <a:ext cx="4425600" cy="3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34"/>
          <p:cNvSpPr txBox="1"/>
          <p:nvPr>
            <p:ph idx="3" type="body"/>
          </p:nvPr>
        </p:nvSpPr>
        <p:spPr>
          <a:xfrm>
            <a:off x="503640" y="3043800"/>
            <a:ext cx="4425600" cy="15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5"/>
          <p:cNvSpPr txBox="1"/>
          <p:nvPr>
            <p:ph type="title"/>
          </p:nvPr>
        </p:nvSpPr>
        <p:spPr>
          <a:xfrm>
            <a:off x="503640" y="225720"/>
            <a:ext cx="9068700" cy="9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35"/>
          <p:cNvSpPr txBox="1"/>
          <p:nvPr>
            <p:ph idx="1" type="body"/>
          </p:nvPr>
        </p:nvSpPr>
        <p:spPr>
          <a:xfrm>
            <a:off x="503640" y="1326240"/>
            <a:ext cx="4425600" cy="3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35"/>
          <p:cNvSpPr txBox="1"/>
          <p:nvPr>
            <p:ph idx="2" type="body"/>
          </p:nvPr>
        </p:nvSpPr>
        <p:spPr>
          <a:xfrm>
            <a:off x="5150880" y="1326240"/>
            <a:ext cx="4425600" cy="15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35"/>
          <p:cNvSpPr txBox="1"/>
          <p:nvPr>
            <p:ph idx="3" type="body"/>
          </p:nvPr>
        </p:nvSpPr>
        <p:spPr>
          <a:xfrm>
            <a:off x="5150880" y="3043800"/>
            <a:ext cx="4425600" cy="15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6"/>
          <p:cNvSpPr txBox="1"/>
          <p:nvPr>
            <p:ph type="title"/>
          </p:nvPr>
        </p:nvSpPr>
        <p:spPr>
          <a:xfrm>
            <a:off x="503640" y="225720"/>
            <a:ext cx="9068700" cy="9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36"/>
          <p:cNvSpPr txBox="1"/>
          <p:nvPr>
            <p:ph idx="1" type="body"/>
          </p:nvPr>
        </p:nvSpPr>
        <p:spPr>
          <a:xfrm>
            <a:off x="503640" y="1326240"/>
            <a:ext cx="4425600" cy="15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36"/>
          <p:cNvSpPr txBox="1"/>
          <p:nvPr>
            <p:ph idx="2" type="body"/>
          </p:nvPr>
        </p:nvSpPr>
        <p:spPr>
          <a:xfrm>
            <a:off x="5150880" y="1326240"/>
            <a:ext cx="4425600" cy="15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36"/>
          <p:cNvSpPr txBox="1"/>
          <p:nvPr>
            <p:ph idx="3" type="body"/>
          </p:nvPr>
        </p:nvSpPr>
        <p:spPr>
          <a:xfrm>
            <a:off x="503640" y="3043800"/>
            <a:ext cx="9068700" cy="15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7"/>
          <p:cNvSpPr txBox="1"/>
          <p:nvPr>
            <p:ph type="title"/>
          </p:nvPr>
        </p:nvSpPr>
        <p:spPr>
          <a:xfrm>
            <a:off x="503640" y="225720"/>
            <a:ext cx="9068700" cy="9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37"/>
          <p:cNvSpPr txBox="1"/>
          <p:nvPr>
            <p:ph idx="1" type="body"/>
          </p:nvPr>
        </p:nvSpPr>
        <p:spPr>
          <a:xfrm>
            <a:off x="503640" y="1326240"/>
            <a:ext cx="9068700" cy="15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37"/>
          <p:cNvSpPr txBox="1"/>
          <p:nvPr>
            <p:ph idx="2" type="body"/>
          </p:nvPr>
        </p:nvSpPr>
        <p:spPr>
          <a:xfrm>
            <a:off x="503640" y="3043800"/>
            <a:ext cx="9068700" cy="15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8"/>
          <p:cNvSpPr txBox="1"/>
          <p:nvPr>
            <p:ph type="title"/>
          </p:nvPr>
        </p:nvSpPr>
        <p:spPr>
          <a:xfrm>
            <a:off x="503640" y="225720"/>
            <a:ext cx="9068700" cy="9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38"/>
          <p:cNvSpPr txBox="1"/>
          <p:nvPr>
            <p:ph idx="1" type="body"/>
          </p:nvPr>
        </p:nvSpPr>
        <p:spPr>
          <a:xfrm>
            <a:off x="503640" y="1326240"/>
            <a:ext cx="4425600" cy="15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38"/>
          <p:cNvSpPr txBox="1"/>
          <p:nvPr>
            <p:ph idx="2" type="body"/>
          </p:nvPr>
        </p:nvSpPr>
        <p:spPr>
          <a:xfrm>
            <a:off x="5150880" y="1326240"/>
            <a:ext cx="4425600" cy="15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38"/>
          <p:cNvSpPr txBox="1"/>
          <p:nvPr>
            <p:ph idx="3" type="body"/>
          </p:nvPr>
        </p:nvSpPr>
        <p:spPr>
          <a:xfrm>
            <a:off x="503640" y="3043800"/>
            <a:ext cx="4425600" cy="15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38"/>
          <p:cNvSpPr txBox="1"/>
          <p:nvPr>
            <p:ph idx="4" type="body"/>
          </p:nvPr>
        </p:nvSpPr>
        <p:spPr>
          <a:xfrm>
            <a:off x="5150880" y="3043800"/>
            <a:ext cx="4425600" cy="15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9"/>
          <p:cNvSpPr txBox="1"/>
          <p:nvPr>
            <p:ph type="title"/>
          </p:nvPr>
        </p:nvSpPr>
        <p:spPr>
          <a:xfrm>
            <a:off x="503640" y="225720"/>
            <a:ext cx="9068700" cy="9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39"/>
          <p:cNvSpPr txBox="1"/>
          <p:nvPr>
            <p:ph idx="1" type="body"/>
          </p:nvPr>
        </p:nvSpPr>
        <p:spPr>
          <a:xfrm>
            <a:off x="503640" y="1326240"/>
            <a:ext cx="2919900" cy="15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39"/>
          <p:cNvSpPr txBox="1"/>
          <p:nvPr>
            <p:ph idx="2" type="body"/>
          </p:nvPr>
        </p:nvSpPr>
        <p:spPr>
          <a:xfrm>
            <a:off x="3570120" y="1326240"/>
            <a:ext cx="2919900" cy="15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39"/>
          <p:cNvSpPr txBox="1"/>
          <p:nvPr>
            <p:ph idx="3" type="body"/>
          </p:nvPr>
        </p:nvSpPr>
        <p:spPr>
          <a:xfrm>
            <a:off x="6636240" y="1326240"/>
            <a:ext cx="2919900" cy="15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39"/>
          <p:cNvSpPr txBox="1"/>
          <p:nvPr>
            <p:ph idx="4" type="body"/>
          </p:nvPr>
        </p:nvSpPr>
        <p:spPr>
          <a:xfrm>
            <a:off x="503640" y="3043800"/>
            <a:ext cx="2919900" cy="15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39"/>
          <p:cNvSpPr txBox="1"/>
          <p:nvPr>
            <p:ph idx="5" type="body"/>
          </p:nvPr>
        </p:nvSpPr>
        <p:spPr>
          <a:xfrm>
            <a:off x="3570120" y="3043800"/>
            <a:ext cx="2919900" cy="15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39"/>
          <p:cNvSpPr txBox="1"/>
          <p:nvPr>
            <p:ph idx="6" type="body"/>
          </p:nvPr>
        </p:nvSpPr>
        <p:spPr>
          <a:xfrm>
            <a:off x="6636240" y="3043800"/>
            <a:ext cx="2919900" cy="15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2"/>
          <p:cNvSpPr txBox="1"/>
          <p:nvPr>
            <p:ph type="title"/>
          </p:nvPr>
        </p:nvSpPr>
        <p:spPr>
          <a:xfrm>
            <a:off x="503640" y="225720"/>
            <a:ext cx="9068700" cy="9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42"/>
          <p:cNvSpPr txBox="1"/>
          <p:nvPr>
            <p:ph idx="1" type="subTitle"/>
          </p:nvPr>
        </p:nvSpPr>
        <p:spPr>
          <a:xfrm>
            <a:off x="503640" y="1326240"/>
            <a:ext cx="9068700" cy="3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3"/>
          <p:cNvSpPr txBox="1"/>
          <p:nvPr>
            <p:ph type="title"/>
          </p:nvPr>
        </p:nvSpPr>
        <p:spPr>
          <a:xfrm>
            <a:off x="503640" y="225720"/>
            <a:ext cx="9068700" cy="9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43"/>
          <p:cNvSpPr txBox="1"/>
          <p:nvPr>
            <p:ph idx="1" type="body"/>
          </p:nvPr>
        </p:nvSpPr>
        <p:spPr>
          <a:xfrm>
            <a:off x="503640" y="1326240"/>
            <a:ext cx="9068700" cy="3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44"/>
          <p:cNvSpPr txBox="1"/>
          <p:nvPr>
            <p:ph type="title"/>
          </p:nvPr>
        </p:nvSpPr>
        <p:spPr>
          <a:xfrm>
            <a:off x="503640" y="225720"/>
            <a:ext cx="9068700" cy="9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44"/>
          <p:cNvSpPr txBox="1"/>
          <p:nvPr>
            <p:ph idx="1" type="body"/>
          </p:nvPr>
        </p:nvSpPr>
        <p:spPr>
          <a:xfrm>
            <a:off x="503640" y="1326240"/>
            <a:ext cx="4425600" cy="3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44"/>
          <p:cNvSpPr txBox="1"/>
          <p:nvPr>
            <p:ph idx="2" type="body"/>
          </p:nvPr>
        </p:nvSpPr>
        <p:spPr>
          <a:xfrm>
            <a:off x="5150880" y="1326240"/>
            <a:ext cx="4425600" cy="3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5"/>
          <p:cNvSpPr txBox="1"/>
          <p:nvPr>
            <p:ph type="title"/>
          </p:nvPr>
        </p:nvSpPr>
        <p:spPr>
          <a:xfrm>
            <a:off x="503640" y="225720"/>
            <a:ext cx="9068700" cy="9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6"/>
          <p:cNvSpPr txBox="1"/>
          <p:nvPr>
            <p:ph idx="1" type="subTitle"/>
          </p:nvPr>
        </p:nvSpPr>
        <p:spPr>
          <a:xfrm>
            <a:off x="503640" y="225720"/>
            <a:ext cx="9068700" cy="43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7"/>
          <p:cNvSpPr txBox="1"/>
          <p:nvPr>
            <p:ph type="title"/>
          </p:nvPr>
        </p:nvSpPr>
        <p:spPr>
          <a:xfrm>
            <a:off x="503640" y="225720"/>
            <a:ext cx="9068700" cy="9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47"/>
          <p:cNvSpPr txBox="1"/>
          <p:nvPr>
            <p:ph idx="1" type="body"/>
          </p:nvPr>
        </p:nvSpPr>
        <p:spPr>
          <a:xfrm>
            <a:off x="503640" y="1326240"/>
            <a:ext cx="4425600" cy="15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47"/>
          <p:cNvSpPr txBox="1"/>
          <p:nvPr>
            <p:ph idx="2" type="body"/>
          </p:nvPr>
        </p:nvSpPr>
        <p:spPr>
          <a:xfrm>
            <a:off x="5150880" y="1326240"/>
            <a:ext cx="4425600" cy="3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47"/>
          <p:cNvSpPr txBox="1"/>
          <p:nvPr>
            <p:ph idx="3" type="body"/>
          </p:nvPr>
        </p:nvSpPr>
        <p:spPr>
          <a:xfrm>
            <a:off x="503640" y="3043800"/>
            <a:ext cx="4425600" cy="15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8"/>
          <p:cNvSpPr txBox="1"/>
          <p:nvPr>
            <p:ph type="title"/>
          </p:nvPr>
        </p:nvSpPr>
        <p:spPr>
          <a:xfrm>
            <a:off x="503640" y="225720"/>
            <a:ext cx="9068700" cy="9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48"/>
          <p:cNvSpPr txBox="1"/>
          <p:nvPr>
            <p:ph idx="1" type="body"/>
          </p:nvPr>
        </p:nvSpPr>
        <p:spPr>
          <a:xfrm>
            <a:off x="503640" y="1326240"/>
            <a:ext cx="4425600" cy="3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p48"/>
          <p:cNvSpPr txBox="1"/>
          <p:nvPr>
            <p:ph idx="2" type="body"/>
          </p:nvPr>
        </p:nvSpPr>
        <p:spPr>
          <a:xfrm>
            <a:off x="5150880" y="1326240"/>
            <a:ext cx="4425600" cy="15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48"/>
          <p:cNvSpPr txBox="1"/>
          <p:nvPr>
            <p:ph idx="3" type="body"/>
          </p:nvPr>
        </p:nvSpPr>
        <p:spPr>
          <a:xfrm>
            <a:off x="5150880" y="3043800"/>
            <a:ext cx="4425600" cy="15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49"/>
          <p:cNvSpPr txBox="1"/>
          <p:nvPr>
            <p:ph type="title"/>
          </p:nvPr>
        </p:nvSpPr>
        <p:spPr>
          <a:xfrm>
            <a:off x="503640" y="225720"/>
            <a:ext cx="9068700" cy="9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p49"/>
          <p:cNvSpPr txBox="1"/>
          <p:nvPr>
            <p:ph idx="1" type="body"/>
          </p:nvPr>
        </p:nvSpPr>
        <p:spPr>
          <a:xfrm>
            <a:off x="503640" y="1326240"/>
            <a:ext cx="4425600" cy="15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49"/>
          <p:cNvSpPr txBox="1"/>
          <p:nvPr>
            <p:ph idx="2" type="body"/>
          </p:nvPr>
        </p:nvSpPr>
        <p:spPr>
          <a:xfrm>
            <a:off x="5150880" y="1326240"/>
            <a:ext cx="4425600" cy="15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49"/>
          <p:cNvSpPr txBox="1"/>
          <p:nvPr>
            <p:ph idx="3" type="body"/>
          </p:nvPr>
        </p:nvSpPr>
        <p:spPr>
          <a:xfrm>
            <a:off x="503640" y="3043800"/>
            <a:ext cx="9068700" cy="15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0"/>
          <p:cNvSpPr txBox="1"/>
          <p:nvPr>
            <p:ph type="title"/>
          </p:nvPr>
        </p:nvSpPr>
        <p:spPr>
          <a:xfrm>
            <a:off x="503640" y="225720"/>
            <a:ext cx="9068700" cy="9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50"/>
          <p:cNvSpPr txBox="1"/>
          <p:nvPr>
            <p:ph idx="1" type="body"/>
          </p:nvPr>
        </p:nvSpPr>
        <p:spPr>
          <a:xfrm>
            <a:off x="503640" y="1326240"/>
            <a:ext cx="9068700" cy="15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50"/>
          <p:cNvSpPr txBox="1"/>
          <p:nvPr>
            <p:ph idx="2" type="body"/>
          </p:nvPr>
        </p:nvSpPr>
        <p:spPr>
          <a:xfrm>
            <a:off x="503640" y="3043800"/>
            <a:ext cx="9068700" cy="15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51"/>
          <p:cNvSpPr txBox="1"/>
          <p:nvPr>
            <p:ph type="title"/>
          </p:nvPr>
        </p:nvSpPr>
        <p:spPr>
          <a:xfrm>
            <a:off x="503640" y="225720"/>
            <a:ext cx="9068700" cy="9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51"/>
          <p:cNvSpPr txBox="1"/>
          <p:nvPr>
            <p:ph idx="1" type="body"/>
          </p:nvPr>
        </p:nvSpPr>
        <p:spPr>
          <a:xfrm>
            <a:off x="503640" y="1326240"/>
            <a:ext cx="4425600" cy="15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51"/>
          <p:cNvSpPr txBox="1"/>
          <p:nvPr>
            <p:ph idx="2" type="body"/>
          </p:nvPr>
        </p:nvSpPr>
        <p:spPr>
          <a:xfrm>
            <a:off x="5150880" y="1326240"/>
            <a:ext cx="4425600" cy="15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51"/>
          <p:cNvSpPr txBox="1"/>
          <p:nvPr>
            <p:ph idx="3" type="body"/>
          </p:nvPr>
        </p:nvSpPr>
        <p:spPr>
          <a:xfrm>
            <a:off x="503640" y="3043800"/>
            <a:ext cx="4425600" cy="15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51"/>
          <p:cNvSpPr txBox="1"/>
          <p:nvPr>
            <p:ph idx="4" type="body"/>
          </p:nvPr>
        </p:nvSpPr>
        <p:spPr>
          <a:xfrm>
            <a:off x="5150880" y="3043800"/>
            <a:ext cx="4425600" cy="15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52"/>
          <p:cNvSpPr txBox="1"/>
          <p:nvPr>
            <p:ph type="title"/>
          </p:nvPr>
        </p:nvSpPr>
        <p:spPr>
          <a:xfrm>
            <a:off x="503640" y="225720"/>
            <a:ext cx="9068700" cy="9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52"/>
          <p:cNvSpPr txBox="1"/>
          <p:nvPr>
            <p:ph idx="1" type="body"/>
          </p:nvPr>
        </p:nvSpPr>
        <p:spPr>
          <a:xfrm>
            <a:off x="503640" y="1326240"/>
            <a:ext cx="2919900" cy="15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52"/>
          <p:cNvSpPr txBox="1"/>
          <p:nvPr>
            <p:ph idx="2" type="body"/>
          </p:nvPr>
        </p:nvSpPr>
        <p:spPr>
          <a:xfrm>
            <a:off x="3570120" y="1326240"/>
            <a:ext cx="2919900" cy="15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52"/>
          <p:cNvSpPr txBox="1"/>
          <p:nvPr>
            <p:ph idx="3" type="body"/>
          </p:nvPr>
        </p:nvSpPr>
        <p:spPr>
          <a:xfrm>
            <a:off x="6636240" y="1326240"/>
            <a:ext cx="2919900" cy="15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8" name="Google Shape;218;p52"/>
          <p:cNvSpPr txBox="1"/>
          <p:nvPr>
            <p:ph idx="4" type="body"/>
          </p:nvPr>
        </p:nvSpPr>
        <p:spPr>
          <a:xfrm>
            <a:off x="503640" y="3043800"/>
            <a:ext cx="2919900" cy="15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52"/>
          <p:cNvSpPr txBox="1"/>
          <p:nvPr>
            <p:ph idx="5" type="body"/>
          </p:nvPr>
        </p:nvSpPr>
        <p:spPr>
          <a:xfrm>
            <a:off x="3570120" y="3043800"/>
            <a:ext cx="2919900" cy="15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52"/>
          <p:cNvSpPr txBox="1"/>
          <p:nvPr>
            <p:ph idx="6" type="body"/>
          </p:nvPr>
        </p:nvSpPr>
        <p:spPr>
          <a:xfrm>
            <a:off x="6636240" y="3043800"/>
            <a:ext cx="2919900" cy="15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55"/>
          <p:cNvSpPr txBox="1"/>
          <p:nvPr>
            <p:ph type="title"/>
          </p:nvPr>
        </p:nvSpPr>
        <p:spPr>
          <a:xfrm>
            <a:off x="503640" y="225720"/>
            <a:ext cx="9068700" cy="9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55"/>
          <p:cNvSpPr txBox="1"/>
          <p:nvPr>
            <p:ph idx="1" type="subTitle"/>
          </p:nvPr>
        </p:nvSpPr>
        <p:spPr>
          <a:xfrm>
            <a:off x="503640" y="1326240"/>
            <a:ext cx="9068700" cy="3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56"/>
          <p:cNvSpPr txBox="1"/>
          <p:nvPr>
            <p:ph type="title"/>
          </p:nvPr>
        </p:nvSpPr>
        <p:spPr>
          <a:xfrm>
            <a:off x="503640" y="225720"/>
            <a:ext cx="9068700" cy="9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56"/>
          <p:cNvSpPr txBox="1"/>
          <p:nvPr>
            <p:ph idx="1" type="body"/>
          </p:nvPr>
        </p:nvSpPr>
        <p:spPr>
          <a:xfrm>
            <a:off x="503640" y="1326240"/>
            <a:ext cx="9068700" cy="3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57"/>
          <p:cNvSpPr txBox="1"/>
          <p:nvPr>
            <p:ph type="title"/>
          </p:nvPr>
        </p:nvSpPr>
        <p:spPr>
          <a:xfrm>
            <a:off x="503640" y="225720"/>
            <a:ext cx="9068700" cy="9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57"/>
          <p:cNvSpPr txBox="1"/>
          <p:nvPr>
            <p:ph idx="1" type="body"/>
          </p:nvPr>
        </p:nvSpPr>
        <p:spPr>
          <a:xfrm>
            <a:off x="503640" y="1326240"/>
            <a:ext cx="4425600" cy="3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57"/>
          <p:cNvSpPr txBox="1"/>
          <p:nvPr>
            <p:ph idx="2" type="body"/>
          </p:nvPr>
        </p:nvSpPr>
        <p:spPr>
          <a:xfrm>
            <a:off x="5150880" y="1326240"/>
            <a:ext cx="4425600" cy="3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58"/>
          <p:cNvSpPr txBox="1"/>
          <p:nvPr>
            <p:ph type="title"/>
          </p:nvPr>
        </p:nvSpPr>
        <p:spPr>
          <a:xfrm>
            <a:off x="503640" y="225720"/>
            <a:ext cx="9068700" cy="9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59"/>
          <p:cNvSpPr txBox="1"/>
          <p:nvPr>
            <p:ph idx="1" type="subTitle"/>
          </p:nvPr>
        </p:nvSpPr>
        <p:spPr>
          <a:xfrm>
            <a:off x="503640" y="225720"/>
            <a:ext cx="9068700" cy="43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60"/>
          <p:cNvSpPr txBox="1"/>
          <p:nvPr>
            <p:ph type="title"/>
          </p:nvPr>
        </p:nvSpPr>
        <p:spPr>
          <a:xfrm>
            <a:off x="503640" y="225720"/>
            <a:ext cx="9068700" cy="9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5" name="Google Shape;245;p60"/>
          <p:cNvSpPr txBox="1"/>
          <p:nvPr>
            <p:ph idx="1" type="body"/>
          </p:nvPr>
        </p:nvSpPr>
        <p:spPr>
          <a:xfrm>
            <a:off x="503640" y="1326240"/>
            <a:ext cx="4425600" cy="15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6" name="Google Shape;246;p60"/>
          <p:cNvSpPr txBox="1"/>
          <p:nvPr>
            <p:ph idx="2" type="body"/>
          </p:nvPr>
        </p:nvSpPr>
        <p:spPr>
          <a:xfrm>
            <a:off x="5150880" y="1326240"/>
            <a:ext cx="4425600" cy="3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7" name="Google Shape;247;p60"/>
          <p:cNvSpPr txBox="1"/>
          <p:nvPr>
            <p:ph idx="3" type="body"/>
          </p:nvPr>
        </p:nvSpPr>
        <p:spPr>
          <a:xfrm>
            <a:off x="503640" y="3043800"/>
            <a:ext cx="4425600" cy="15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61"/>
          <p:cNvSpPr txBox="1"/>
          <p:nvPr>
            <p:ph type="title"/>
          </p:nvPr>
        </p:nvSpPr>
        <p:spPr>
          <a:xfrm>
            <a:off x="503640" y="225720"/>
            <a:ext cx="9068700" cy="9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61"/>
          <p:cNvSpPr txBox="1"/>
          <p:nvPr>
            <p:ph idx="1" type="body"/>
          </p:nvPr>
        </p:nvSpPr>
        <p:spPr>
          <a:xfrm>
            <a:off x="503640" y="1326240"/>
            <a:ext cx="4425600" cy="3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61"/>
          <p:cNvSpPr txBox="1"/>
          <p:nvPr>
            <p:ph idx="2" type="body"/>
          </p:nvPr>
        </p:nvSpPr>
        <p:spPr>
          <a:xfrm>
            <a:off x="5150880" y="1326240"/>
            <a:ext cx="4425600" cy="15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61"/>
          <p:cNvSpPr txBox="1"/>
          <p:nvPr>
            <p:ph idx="3" type="body"/>
          </p:nvPr>
        </p:nvSpPr>
        <p:spPr>
          <a:xfrm>
            <a:off x="5150880" y="3043800"/>
            <a:ext cx="4425600" cy="15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62"/>
          <p:cNvSpPr txBox="1"/>
          <p:nvPr>
            <p:ph type="title"/>
          </p:nvPr>
        </p:nvSpPr>
        <p:spPr>
          <a:xfrm>
            <a:off x="503640" y="225720"/>
            <a:ext cx="9068700" cy="9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5" name="Google Shape;255;p62"/>
          <p:cNvSpPr txBox="1"/>
          <p:nvPr>
            <p:ph idx="1" type="body"/>
          </p:nvPr>
        </p:nvSpPr>
        <p:spPr>
          <a:xfrm>
            <a:off x="503640" y="1326240"/>
            <a:ext cx="4425600" cy="15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62"/>
          <p:cNvSpPr txBox="1"/>
          <p:nvPr>
            <p:ph idx="2" type="body"/>
          </p:nvPr>
        </p:nvSpPr>
        <p:spPr>
          <a:xfrm>
            <a:off x="5150880" y="1326240"/>
            <a:ext cx="4425600" cy="15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7" name="Google Shape;257;p62"/>
          <p:cNvSpPr txBox="1"/>
          <p:nvPr>
            <p:ph idx="3" type="body"/>
          </p:nvPr>
        </p:nvSpPr>
        <p:spPr>
          <a:xfrm>
            <a:off x="503640" y="3043800"/>
            <a:ext cx="9068700" cy="15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63"/>
          <p:cNvSpPr txBox="1"/>
          <p:nvPr>
            <p:ph type="title"/>
          </p:nvPr>
        </p:nvSpPr>
        <p:spPr>
          <a:xfrm>
            <a:off x="503640" y="225720"/>
            <a:ext cx="9068700" cy="9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0" name="Google Shape;260;p63"/>
          <p:cNvSpPr txBox="1"/>
          <p:nvPr>
            <p:ph idx="1" type="body"/>
          </p:nvPr>
        </p:nvSpPr>
        <p:spPr>
          <a:xfrm>
            <a:off x="503640" y="1326240"/>
            <a:ext cx="9068700" cy="15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1" name="Google Shape;261;p63"/>
          <p:cNvSpPr txBox="1"/>
          <p:nvPr>
            <p:ph idx="2" type="body"/>
          </p:nvPr>
        </p:nvSpPr>
        <p:spPr>
          <a:xfrm>
            <a:off x="503640" y="3043800"/>
            <a:ext cx="9068700" cy="15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64"/>
          <p:cNvSpPr txBox="1"/>
          <p:nvPr>
            <p:ph type="title"/>
          </p:nvPr>
        </p:nvSpPr>
        <p:spPr>
          <a:xfrm>
            <a:off x="503640" y="225720"/>
            <a:ext cx="9068700" cy="9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4" name="Google Shape;264;p64"/>
          <p:cNvSpPr txBox="1"/>
          <p:nvPr>
            <p:ph idx="1" type="body"/>
          </p:nvPr>
        </p:nvSpPr>
        <p:spPr>
          <a:xfrm>
            <a:off x="503640" y="1326240"/>
            <a:ext cx="4425600" cy="15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5" name="Google Shape;265;p64"/>
          <p:cNvSpPr txBox="1"/>
          <p:nvPr>
            <p:ph idx="2" type="body"/>
          </p:nvPr>
        </p:nvSpPr>
        <p:spPr>
          <a:xfrm>
            <a:off x="5150880" y="1326240"/>
            <a:ext cx="4425600" cy="15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6" name="Google Shape;266;p64"/>
          <p:cNvSpPr txBox="1"/>
          <p:nvPr>
            <p:ph idx="3" type="body"/>
          </p:nvPr>
        </p:nvSpPr>
        <p:spPr>
          <a:xfrm>
            <a:off x="503640" y="3043800"/>
            <a:ext cx="4425600" cy="15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7" name="Google Shape;267;p64"/>
          <p:cNvSpPr txBox="1"/>
          <p:nvPr>
            <p:ph idx="4" type="body"/>
          </p:nvPr>
        </p:nvSpPr>
        <p:spPr>
          <a:xfrm>
            <a:off x="5150880" y="3043800"/>
            <a:ext cx="4425600" cy="15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65"/>
          <p:cNvSpPr txBox="1"/>
          <p:nvPr>
            <p:ph type="title"/>
          </p:nvPr>
        </p:nvSpPr>
        <p:spPr>
          <a:xfrm>
            <a:off x="503640" y="225720"/>
            <a:ext cx="9068700" cy="9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0" name="Google Shape;270;p65"/>
          <p:cNvSpPr txBox="1"/>
          <p:nvPr>
            <p:ph idx="1" type="body"/>
          </p:nvPr>
        </p:nvSpPr>
        <p:spPr>
          <a:xfrm>
            <a:off x="503640" y="1326240"/>
            <a:ext cx="2919900" cy="15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1" name="Google Shape;271;p65"/>
          <p:cNvSpPr txBox="1"/>
          <p:nvPr>
            <p:ph idx="2" type="body"/>
          </p:nvPr>
        </p:nvSpPr>
        <p:spPr>
          <a:xfrm>
            <a:off x="3570120" y="1326240"/>
            <a:ext cx="2919900" cy="15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2" name="Google Shape;272;p65"/>
          <p:cNvSpPr txBox="1"/>
          <p:nvPr>
            <p:ph idx="3" type="body"/>
          </p:nvPr>
        </p:nvSpPr>
        <p:spPr>
          <a:xfrm>
            <a:off x="6636240" y="1326240"/>
            <a:ext cx="2919900" cy="15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3" name="Google Shape;273;p65"/>
          <p:cNvSpPr txBox="1"/>
          <p:nvPr>
            <p:ph idx="4" type="body"/>
          </p:nvPr>
        </p:nvSpPr>
        <p:spPr>
          <a:xfrm>
            <a:off x="503640" y="3043800"/>
            <a:ext cx="2919900" cy="15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4" name="Google Shape;274;p65"/>
          <p:cNvSpPr txBox="1"/>
          <p:nvPr>
            <p:ph idx="5" type="body"/>
          </p:nvPr>
        </p:nvSpPr>
        <p:spPr>
          <a:xfrm>
            <a:off x="3570120" y="3043800"/>
            <a:ext cx="2919900" cy="15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5" name="Google Shape;275;p65"/>
          <p:cNvSpPr txBox="1"/>
          <p:nvPr>
            <p:ph idx="6" type="body"/>
          </p:nvPr>
        </p:nvSpPr>
        <p:spPr>
          <a:xfrm>
            <a:off x="6636240" y="3043800"/>
            <a:ext cx="2919900" cy="15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9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theme" Target="../theme/theme4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35.xml"/><Relationship Id="rId1" Type="http://schemas.openxmlformats.org/officeDocument/2006/relationships/image" Target="../media/image9.jpg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/Relationships>
</file>

<file path=ppt/slideMasters/_rels/slideMaster4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46.xml"/><Relationship Id="rId10" Type="http://schemas.openxmlformats.org/officeDocument/2006/relationships/slideLayout" Target="../slideLayouts/slideLayout45.xml"/><Relationship Id="rId13" Type="http://schemas.openxmlformats.org/officeDocument/2006/relationships/slideLayout" Target="../slideLayouts/slideLayout48.xml"/><Relationship Id="rId12" Type="http://schemas.openxmlformats.org/officeDocument/2006/relationships/slideLayout" Target="../slideLayouts/slideLayout47.xml"/><Relationship Id="rId1" Type="http://schemas.openxmlformats.org/officeDocument/2006/relationships/image" Target="../media/image4.jpg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/Relationships>
</file>

<file path=ppt/slideMasters/_rels/slideMaster5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58.xml"/><Relationship Id="rId10" Type="http://schemas.openxmlformats.org/officeDocument/2006/relationships/slideLayout" Target="../slideLayouts/slideLayout57.xml"/><Relationship Id="rId13" Type="http://schemas.openxmlformats.org/officeDocument/2006/relationships/slideLayout" Target="../slideLayouts/slideLayout60.xml"/><Relationship Id="rId12" Type="http://schemas.openxmlformats.org/officeDocument/2006/relationships/slideLayout" Target="../slideLayouts/slideLayout59.xml"/><Relationship Id="rId1" Type="http://schemas.openxmlformats.org/officeDocument/2006/relationships/image" Target="../media/image5.jpg"/><Relationship Id="rId2" Type="http://schemas.openxmlformats.org/officeDocument/2006/relationships/slideLayout" Target="../slideLayouts/slideLayout49.xml"/><Relationship Id="rId3" Type="http://schemas.openxmlformats.org/officeDocument/2006/relationships/slideLayout" Target="../slideLayouts/slideLayout50.xml"/><Relationship Id="rId4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6.xml"/><Relationship Id="rId14" Type="http://schemas.openxmlformats.org/officeDocument/2006/relationships/theme" Target="../theme/theme5.xml"/><Relationship Id="rId5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503640" y="225720"/>
            <a:ext cx="906876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503640" y="1326240"/>
            <a:ext cx="9068760" cy="3287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/>
          <p:nvPr/>
        </p:nvSpPr>
        <p:spPr>
          <a:xfrm>
            <a:off x="0" y="365760"/>
            <a:ext cx="3240000" cy="579600"/>
          </a:xfrm>
          <a:prstGeom prst="rect">
            <a:avLst/>
          </a:prstGeom>
          <a:solidFill>
            <a:srgbClr val="2499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4"/>
          <p:cNvSpPr txBox="1"/>
          <p:nvPr>
            <p:ph type="title"/>
          </p:nvPr>
        </p:nvSpPr>
        <p:spPr>
          <a:xfrm>
            <a:off x="503640" y="226080"/>
            <a:ext cx="9068400" cy="94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9" name="Google Shape;59;p14"/>
          <p:cNvSpPr txBox="1"/>
          <p:nvPr>
            <p:ph idx="1" type="body"/>
          </p:nvPr>
        </p:nvSpPr>
        <p:spPr>
          <a:xfrm>
            <a:off x="503640" y="1326600"/>
            <a:ext cx="9068400" cy="3287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0" name="Google Shape;60;p14"/>
          <p:cNvSpPr txBox="1"/>
          <p:nvPr>
            <p:ph idx="10" type="dt"/>
          </p:nvPr>
        </p:nvSpPr>
        <p:spPr>
          <a:xfrm>
            <a:off x="503640" y="5164560"/>
            <a:ext cx="23472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1" name="Google Shape;61;p14"/>
          <p:cNvSpPr txBox="1"/>
          <p:nvPr>
            <p:ph idx="11" type="ftr"/>
          </p:nvPr>
        </p:nvSpPr>
        <p:spPr>
          <a:xfrm>
            <a:off x="3445920" y="5164560"/>
            <a:ext cx="319392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7224840" y="5164560"/>
            <a:ext cx="23472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sz="1400" strike="noStrike">
                <a:latin typeface="Noto Sans"/>
                <a:ea typeface="Noto Sans"/>
                <a:cs typeface="Noto Sans"/>
                <a:sym typeface="Noto Sans"/>
              </a:defRPr>
            </a:lvl1pPr>
            <a:lvl2pPr indent="0" lvl="1" marL="0" marR="0" rtl="0" algn="r">
              <a:spcBef>
                <a:spcPts val="0"/>
              </a:spcBef>
              <a:buNone/>
              <a:defRPr b="0" sz="1400" strike="noStrike">
                <a:latin typeface="Noto Sans"/>
                <a:ea typeface="Noto Sans"/>
                <a:cs typeface="Noto Sans"/>
                <a:sym typeface="Noto Sans"/>
              </a:defRPr>
            </a:lvl2pPr>
            <a:lvl3pPr indent="0" lvl="2" marL="0" marR="0" rtl="0" algn="r">
              <a:spcBef>
                <a:spcPts val="0"/>
              </a:spcBef>
              <a:buNone/>
              <a:defRPr b="0" sz="1400" strike="noStrike">
                <a:latin typeface="Noto Sans"/>
                <a:ea typeface="Noto Sans"/>
                <a:cs typeface="Noto Sans"/>
                <a:sym typeface="Noto Sans"/>
              </a:defRPr>
            </a:lvl3pPr>
            <a:lvl4pPr indent="0" lvl="3" marL="0" marR="0" rtl="0" algn="r">
              <a:spcBef>
                <a:spcPts val="0"/>
              </a:spcBef>
              <a:buNone/>
              <a:defRPr b="0" sz="1400" strike="noStrike">
                <a:latin typeface="Noto Sans"/>
                <a:ea typeface="Noto Sans"/>
                <a:cs typeface="Noto Sans"/>
                <a:sym typeface="Noto Sans"/>
              </a:defRPr>
            </a:lvl4pPr>
            <a:lvl5pPr indent="0" lvl="4" marL="0" marR="0" rtl="0" algn="r">
              <a:spcBef>
                <a:spcPts val="0"/>
              </a:spcBef>
              <a:buNone/>
              <a:defRPr b="0" sz="1400" strike="noStrike">
                <a:latin typeface="Noto Sans"/>
                <a:ea typeface="Noto Sans"/>
                <a:cs typeface="Noto Sans"/>
                <a:sym typeface="Noto Sans"/>
              </a:defRPr>
            </a:lvl5pPr>
            <a:lvl6pPr indent="0" lvl="5" marL="0" marR="0" rtl="0" algn="r">
              <a:spcBef>
                <a:spcPts val="0"/>
              </a:spcBef>
              <a:buNone/>
              <a:defRPr b="0" sz="1400" strike="noStrike">
                <a:latin typeface="Noto Sans"/>
                <a:ea typeface="Noto Sans"/>
                <a:cs typeface="Noto Sans"/>
                <a:sym typeface="Noto Sans"/>
              </a:defRPr>
            </a:lvl6pPr>
            <a:lvl7pPr indent="0" lvl="6" marL="0" marR="0" rtl="0" algn="r">
              <a:spcBef>
                <a:spcPts val="0"/>
              </a:spcBef>
              <a:buNone/>
              <a:defRPr b="0" sz="1400" strike="noStrike">
                <a:latin typeface="Noto Sans"/>
                <a:ea typeface="Noto Sans"/>
                <a:cs typeface="Noto Sans"/>
                <a:sym typeface="Noto Sans"/>
              </a:defRPr>
            </a:lvl7pPr>
            <a:lvl8pPr indent="0" lvl="7" marL="0" marR="0" rtl="0" algn="r">
              <a:spcBef>
                <a:spcPts val="0"/>
              </a:spcBef>
              <a:buNone/>
              <a:defRPr b="0" sz="1400" strike="noStrike">
                <a:latin typeface="Noto Sans"/>
                <a:ea typeface="Noto Sans"/>
                <a:cs typeface="Noto Sans"/>
                <a:sym typeface="Noto Sans"/>
              </a:defRPr>
            </a:lvl8pPr>
            <a:lvl9pPr indent="0" lvl="8" marL="0" marR="0" rtl="0" algn="r">
              <a:spcBef>
                <a:spcPts val="0"/>
              </a:spcBef>
              <a:buNone/>
              <a:defRPr b="0" sz="1400" strike="noStrike">
                <a:latin typeface="Noto Sans"/>
                <a:ea typeface="Noto Sans"/>
                <a:cs typeface="Noto Sans"/>
                <a:sym typeface="No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7"/>
          <p:cNvSpPr/>
          <p:nvPr/>
        </p:nvSpPr>
        <p:spPr>
          <a:xfrm>
            <a:off x="0" y="0"/>
            <a:ext cx="10076700" cy="5669400"/>
          </a:xfrm>
          <a:prstGeom prst="rect">
            <a:avLst/>
          </a:prstGeom>
          <a:solidFill>
            <a:srgbClr val="0D84A1">
              <a:alpha val="45100"/>
            </a:srgbClr>
          </a:solidFill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7"/>
          <p:cNvSpPr txBox="1"/>
          <p:nvPr>
            <p:ph type="title"/>
          </p:nvPr>
        </p:nvSpPr>
        <p:spPr>
          <a:xfrm>
            <a:off x="503640" y="226080"/>
            <a:ext cx="9068400" cy="94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4" name="Google Shape;114;p27"/>
          <p:cNvSpPr txBox="1"/>
          <p:nvPr>
            <p:ph idx="1" type="body"/>
          </p:nvPr>
        </p:nvSpPr>
        <p:spPr>
          <a:xfrm>
            <a:off x="503640" y="1326600"/>
            <a:ext cx="9068400" cy="3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5" name="Google Shape;115;p27"/>
          <p:cNvSpPr txBox="1"/>
          <p:nvPr>
            <p:ph idx="10" type="dt"/>
          </p:nvPr>
        </p:nvSpPr>
        <p:spPr>
          <a:xfrm>
            <a:off x="503640" y="5164560"/>
            <a:ext cx="23472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6" name="Google Shape;116;p27"/>
          <p:cNvSpPr txBox="1"/>
          <p:nvPr>
            <p:ph idx="11" type="ftr"/>
          </p:nvPr>
        </p:nvSpPr>
        <p:spPr>
          <a:xfrm>
            <a:off x="3445920" y="5164560"/>
            <a:ext cx="31938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7" name="Google Shape;117;p27"/>
          <p:cNvSpPr txBox="1"/>
          <p:nvPr>
            <p:ph idx="12" type="sldNum"/>
          </p:nvPr>
        </p:nvSpPr>
        <p:spPr>
          <a:xfrm>
            <a:off x="7224840" y="5164560"/>
            <a:ext cx="23472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1400" strike="noStrike">
                <a:latin typeface="Noto Sans"/>
                <a:ea typeface="Noto Sans"/>
                <a:cs typeface="Noto Sans"/>
                <a:sym typeface="Noto Sans"/>
              </a:defRPr>
            </a:lvl1pPr>
            <a:lvl2pPr indent="0" lvl="1" marL="0" marR="0" algn="r">
              <a:spcBef>
                <a:spcPts val="0"/>
              </a:spcBef>
              <a:buNone/>
              <a:defRPr b="0" sz="1400" strike="noStrike">
                <a:latin typeface="Noto Sans"/>
                <a:ea typeface="Noto Sans"/>
                <a:cs typeface="Noto Sans"/>
                <a:sym typeface="Noto Sans"/>
              </a:defRPr>
            </a:lvl2pPr>
            <a:lvl3pPr indent="0" lvl="2" marL="0" marR="0" algn="r">
              <a:spcBef>
                <a:spcPts val="0"/>
              </a:spcBef>
              <a:buNone/>
              <a:defRPr b="0" sz="1400" strike="noStrike">
                <a:latin typeface="Noto Sans"/>
                <a:ea typeface="Noto Sans"/>
                <a:cs typeface="Noto Sans"/>
                <a:sym typeface="Noto Sans"/>
              </a:defRPr>
            </a:lvl3pPr>
            <a:lvl4pPr indent="0" lvl="3" marL="0" marR="0" algn="r">
              <a:spcBef>
                <a:spcPts val="0"/>
              </a:spcBef>
              <a:buNone/>
              <a:defRPr b="0" sz="1400" strike="noStrike">
                <a:latin typeface="Noto Sans"/>
                <a:ea typeface="Noto Sans"/>
                <a:cs typeface="Noto Sans"/>
                <a:sym typeface="Noto Sans"/>
              </a:defRPr>
            </a:lvl4pPr>
            <a:lvl5pPr indent="0" lvl="4" marL="0" marR="0" algn="r">
              <a:spcBef>
                <a:spcPts val="0"/>
              </a:spcBef>
              <a:buNone/>
              <a:defRPr b="0" sz="1400" strike="noStrike">
                <a:latin typeface="Noto Sans"/>
                <a:ea typeface="Noto Sans"/>
                <a:cs typeface="Noto Sans"/>
                <a:sym typeface="Noto Sans"/>
              </a:defRPr>
            </a:lvl5pPr>
            <a:lvl6pPr indent="0" lvl="5" marL="0" marR="0" algn="r">
              <a:spcBef>
                <a:spcPts val="0"/>
              </a:spcBef>
              <a:buNone/>
              <a:defRPr b="0" sz="1400" strike="noStrike">
                <a:latin typeface="Noto Sans"/>
                <a:ea typeface="Noto Sans"/>
                <a:cs typeface="Noto Sans"/>
                <a:sym typeface="Noto Sans"/>
              </a:defRPr>
            </a:lvl6pPr>
            <a:lvl7pPr indent="0" lvl="6" marL="0" marR="0" algn="r">
              <a:spcBef>
                <a:spcPts val="0"/>
              </a:spcBef>
              <a:buNone/>
              <a:defRPr b="0" sz="1400" strike="noStrike">
                <a:latin typeface="Noto Sans"/>
                <a:ea typeface="Noto Sans"/>
                <a:cs typeface="Noto Sans"/>
                <a:sym typeface="Noto Sans"/>
              </a:defRPr>
            </a:lvl7pPr>
            <a:lvl8pPr indent="0" lvl="7" marL="0" marR="0" algn="r">
              <a:spcBef>
                <a:spcPts val="0"/>
              </a:spcBef>
              <a:buNone/>
              <a:defRPr b="0" sz="1400" strike="noStrike">
                <a:latin typeface="Noto Sans"/>
                <a:ea typeface="Noto Sans"/>
                <a:cs typeface="Noto Sans"/>
                <a:sym typeface="Noto Sans"/>
              </a:defRPr>
            </a:lvl8pPr>
            <a:lvl9pPr indent="0" lvl="8" marL="0" marR="0" algn="r">
              <a:spcBef>
                <a:spcPts val="0"/>
              </a:spcBef>
              <a:buNone/>
              <a:defRPr b="0" sz="1400" strike="noStrike">
                <a:latin typeface="Noto Sans"/>
                <a:ea typeface="Noto Sans"/>
                <a:cs typeface="Noto Sans"/>
                <a:sym typeface="No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  <p:sldLayoutId id="2147483683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4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360" y="360"/>
            <a:ext cx="2467800" cy="5668922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40"/>
          <p:cNvSpPr txBox="1"/>
          <p:nvPr>
            <p:ph type="title"/>
          </p:nvPr>
        </p:nvSpPr>
        <p:spPr>
          <a:xfrm>
            <a:off x="503640" y="226080"/>
            <a:ext cx="9068400" cy="94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69" name="Google Shape;169;p40"/>
          <p:cNvSpPr txBox="1"/>
          <p:nvPr>
            <p:ph idx="1" type="body"/>
          </p:nvPr>
        </p:nvSpPr>
        <p:spPr>
          <a:xfrm>
            <a:off x="503640" y="1326600"/>
            <a:ext cx="9068400" cy="3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70" name="Google Shape;170;p40"/>
          <p:cNvSpPr txBox="1"/>
          <p:nvPr>
            <p:ph idx="10" type="dt"/>
          </p:nvPr>
        </p:nvSpPr>
        <p:spPr>
          <a:xfrm>
            <a:off x="503640" y="5164560"/>
            <a:ext cx="23472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71" name="Google Shape;171;p40"/>
          <p:cNvSpPr txBox="1"/>
          <p:nvPr>
            <p:ph idx="11" type="ftr"/>
          </p:nvPr>
        </p:nvSpPr>
        <p:spPr>
          <a:xfrm>
            <a:off x="3445920" y="5164560"/>
            <a:ext cx="31938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72" name="Google Shape;172;p40"/>
          <p:cNvSpPr txBox="1"/>
          <p:nvPr>
            <p:ph idx="12" type="sldNum"/>
          </p:nvPr>
        </p:nvSpPr>
        <p:spPr>
          <a:xfrm>
            <a:off x="7224840" y="5164560"/>
            <a:ext cx="23472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1400" strike="noStrike">
                <a:latin typeface="Noto Sans"/>
                <a:ea typeface="Noto Sans"/>
                <a:cs typeface="Noto Sans"/>
                <a:sym typeface="Noto Sans"/>
              </a:defRPr>
            </a:lvl1pPr>
            <a:lvl2pPr indent="0" lvl="1" marL="0" marR="0" algn="r">
              <a:spcBef>
                <a:spcPts val="0"/>
              </a:spcBef>
              <a:buNone/>
              <a:defRPr b="0" sz="1400" strike="noStrike">
                <a:latin typeface="Noto Sans"/>
                <a:ea typeface="Noto Sans"/>
                <a:cs typeface="Noto Sans"/>
                <a:sym typeface="Noto Sans"/>
              </a:defRPr>
            </a:lvl2pPr>
            <a:lvl3pPr indent="0" lvl="2" marL="0" marR="0" algn="r">
              <a:spcBef>
                <a:spcPts val="0"/>
              </a:spcBef>
              <a:buNone/>
              <a:defRPr b="0" sz="1400" strike="noStrike">
                <a:latin typeface="Noto Sans"/>
                <a:ea typeface="Noto Sans"/>
                <a:cs typeface="Noto Sans"/>
                <a:sym typeface="Noto Sans"/>
              </a:defRPr>
            </a:lvl3pPr>
            <a:lvl4pPr indent="0" lvl="3" marL="0" marR="0" algn="r">
              <a:spcBef>
                <a:spcPts val="0"/>
              </a:spcBef>
              <a:buNone/>
              <a:defRPr b="0" sz="1400" strike="noStrike">
                <a:latin typeface="Noto Sans"/>
                <a:ea typeface="Noto Sans"/>
                <a:cs typeface="Noto Sans"/>
                <a:sym typeface="Noto Sans"/>
              </a:defRPr>
            </a:lvl4pPr>
            <a:lvl5pPr indent="0" lvl="4" marL="0" marR="0" algn="r">
              <a:spcBef>
                <a:spcPts val="0"/>
              </a:spcBef>
              <a:buNone/>
              <a:defRPr b="0" sz="1400" strike="noStrike">
                <a:latin typeface="Noto Sans"/>
                <a:ea typeface="Noto Sans"/>
                <a:cs typeface="Noto Sans"/>
                <a:sym typeface="Noto Sans"/>
              </a:defRPr>
            </a:lvl5pPr>
            <a:lvl6pPr indent="0" lvl="5" marL="0" marR="0" algn="r">
              <a:spcBef>
                <a:spcPts val="0"/>
              </a:spcBef>
              <a:buNone/>
              <a:defRPr b="0" sz="1400" strike="noStrike">
                <a:latin typeface="Noto Sans"/>
                <a:ea typeface="Noto Sans"/>
                <a:cs typeface="Noto Sans"/>
                <a:sym typeface="Noto Sans"/>
              </a:defRPr>
            </a:lvl6pPr>
            <a:lvl7pPr indent="0" lvl="6" marL="0" marR="0" algn="r">
              <a:spcBef>
                <a:spcPts val="0"/>
              </a:spcBef>
              <a:buNone/>
              <a:defRPr b="0" sz="1400" strike="noStrike">
                <a:latin typeface="Noto Sans"/>
                <a:ea typeface="Noto Sans"/>
                <a:cs typeface="Noto Sans"/>
                <a:sym typeface="Noto Sans"/>
              </a:defRPr>
            </a:lvl7pPr>
            <a:lvl8pPr indent="0" lvl="7" marL="0" marR="0" algn="r">
              <a:spcBef>
                <a:spcPts val="0"/>
              </a:spcBef>
              <a:buNone/>
              <a:defRPr b="0" sz="1400" strike="noStrike">
                <a:latin typeface="Noto Sans"/>
                <a:ea typeface="Noto Sans"/>
                <a:cs typeface="Noto Sans"/>
                <a:sym typeface="Noto Sans"/>
              </a:defRPr>
            </a:lvl8pPr>
            <a:lvl9pPr indent="0" lvl="8" marL="0" marR="0" algn="r">
              <a:spcBef>
                <a:spcPts val="0"/>
              </a:spcBef>
              <a:buNone/>
              <a:defRPr b="0" sz="1400" strike="noStrike">
                <a:latin typeface="Noto Sans"/>
                <a:ea typeface="Noto Sans"/>
                <a:cs typeface="Noto Sans"/>
                <a:sym typeface="No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95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5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 rot="-5400000">
            <a:off x="3804481" y="-3804121"/>
            <a:ext cx="2468160" cy="10076761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53"/>
          <p:cNvSpPr txBox="1"/>
          <p:nvPr>
            <p:ph type="title"/>
          </p:nvPr>
        </p:nvSpPr>
        <p:spPr>
          <a:xfrm>
            <a:off x="503640" y="226080"/>
            <a:ext cx="9068400" cy="94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24" name="Google Shape;224;p53"/>
          <p:cNvSpPr txBox="1"/>
          <p:nvPr>
            <p:ph idx="1" type="body"/>
          </p:nvPr>
        </p:nvSpPr>
        <p:spPr>
          <a:xfrm>
            <a:off x="503640" y="1326600"/>
            <a:ext cx="9068400" cy="3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25" name="Google Shape;225;p53"/>
          <p:cNvSpPr txBox="1"/>
          <p:nvPr>
            <p:ph idx="10" type="dt"/>
          </p:nvPr>
        </p:nvSpPr>
        <p:spPr>
          <a:xfrm>
            <a:off x="503640" y="5164560"/>
            <a:ext cx="23472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26" name="Google Shape;226;p53"/>
          <p:cNvSpPr txBox="1"/>
          <p:nvPr>
            <p:ph idx="11" type="ftr"/>
          </p:nvPr>
        </p:nvSpPr>
        <p:spPr>
          <a:xfrm>
            <a:off x="3445920" y="5164560"/>
            <a:ext cx="31938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27" name="Google Shape;227;p53"/>
          <p:cNvSpPr txBox="1"/>
          <p:nvPr>
            <p:ph idx="12" type="sldNum"/>
          </p:nvPr>
        </p:nvSpPr>
        <p:spPr>
          <a:xfrm>
            <a:off x="7224840" y="5164560"/>
            <a:ext cx="23472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1400" strike="noStrike">
                <a:latin typeface="Noto Sans"/>
                <a:ea typeface="Noto Sans"/>
                <a:cs typeface="Noto Sans"/>
                <a:sym typeface="Noto Sans"/>
              </a:defRPr>
            </a:lvl1pPr>
            <a:lvl2pPr indent="0" lvl="1" marL="0" marR="0" algn="r">
              <a:spcBef>
                <a:spcPts val="0"/>
              </a:spcBef>
              <a:buNone/>
              <a:defRPr b="0" sz="1400" strike="noStrike">
                <a:latin typeface="Noto Sans"/>
                <a:ea typeface="Noto Sans"/>
                <a:cs typeface="Noto Sans"/>
                <a:sym typeface="Noto Sans"/>
              </a:defRPr>
            </a:lvl2pPr>
            <a:lvl3pPr indent="0" lvl="2" marL="0" marR="0" algn="r">
              <a:spcBef>
                <a:spcPts val="0"/>
              </a:spcBef>
              <a:buNone/>
              <a:defRPr b="0" sz="1400" strike="noStrike">
                <a:latin typeface="Noto Sans"/>
                <a:ea typeface="Noto Sans"/>
                <a:cs typeface="Noto Sans"/>
                <a:sym typeface="Noto Sans"/>
              </a:defRPr>
            </a:lvl3pPr>
            <a:lvl4pPr indent="0" lvl="3" marL="0" marR="0" algn="r">
              <a:spcBef>
                <a:spcPts val="0"/>
              </a:spcBef>
              <a:buNone/>
              <a:defRPr b="0" sz="1400" strike="noStrike">
                <a:latin typeface="Noto Sans"/>
                <a:ea typeface="Noto Sans"/>
                <a:cs typeface="Noto Sans"/>
                <a:sym typeface="Noto Sans"/>
              </a:defRPr>
            </a:lvl4pPr>
            <a:lvl5pPr indent="0" lvl="4" marL="0" marR="0" algn="r">
              <a:spcBef>
                <a:spcPts val="0"/>
              </a:spcBef>
              <a:buNone/>
              <a:defRPr b="0" sz="1400" strike="noStrike">
                <a:latin typeface="Noto Sans"/>
                <a:ea typeface="Noto Sans"/>
                <a:cs typeface="Noto Sans"/>
                <a:sym typeface="Noto Sans"/>
              </a:defRPr>
            </a:lvl5pPr>
            <a:lvl6pPr indent="0" lvl="5" marL="0" marR="0" algn="r">
              <a:spcBef>
                <a:spcPts val="0"/>
              </a:spcBef>
              <a:buNone/>
              <a:defRPr b="0" sz="1400" strike="noStrike">
                <a:latin typeface="Noto Sans"/>
                <a:ea typeface="Noto Sans"/>
                <a:cs typeface="Noto Sans"/>
                <a:sym typeface="Noto Sans"/>
              </a:defRPr>
            </a:lvl6pPr>
            <a:lvl7pPr indent="0" lvl="6" marL="0" marR="0" algn="r">
              <a:spcBef>
                <a:spcPts val="0"/>
              </a:spcBef>
              <a:buNone/>
              <a:defRPr b="0" sz="1400" strike="noStrike">
                <a:latin typeface="Noto Sans"/>
                <a:ea typeface="Noto Sans"/>
                <a:cs typeface="Noto Sans"/>
                <a:sym typeface="Noto Sans"/>
              </a:defRPr>
            </a:lvl7pPr>
            <a:lvl8pPr indent="0" lvl="7" marL="0" marR="0" algn="r">
              <a:spcBef>
                <a:spcPts val="0"/>
              </a:spcBef>
              <a:buNone/>
              <a:defRPr b="0" sz="1400" strike="noStrike">
                <a:latin typeface="Noto Sans"/>
                <a:ea typeface="Noto Sans"/>
                <a:cs typeface="Noto Sans"/>
                <a:sym typeface="Noto Sans"/>
              </a:defRPr>
            </a:lvl8pPr>
            <a:lvl9pPr indent="0" lvl="8" marL="0" marR="0" algn="r">
              <a:spcBef>
                <a:spcPts val="0"/>
              </a:spcBef>
              <a:buNone/>
              <a:defRPr b="0" sz="1400" strike="noStrike">
                <a:latin typeface="Noto Sans"/>
                <a:ea typeface="Noto Sans"/>
                <a:cs typeface="Noto Sans"/>
                <a:sym typeface="No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Relationship Id="rId4" Type="http://schemas.openxmlformats.org/officeDocument/2006/relationships/image" Target="../media/image7.jpg"/><Relationship Id="rId5" Type="http://schemas.openxmlformats.org/officeDocument/2006/relationships/image" Target="../media/image2.png"/><Relationship Id="rId6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66"/>
          <p:cNvSpPr txBox="1"/>
          <p:nvPr/>
        </p:nvSpPr>
        <p:spPr>
          <a:xfrm>
            <a:off x="863640" y="540000"/>
            <a:ext cx="8939880" cy="2490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30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Kernel-Level Driver Implementation for Sensor-Driven Communication and SPI Display Control</a:t>
            </a:r>
            <a:endParaRPr b="0" sz="3000" strike="noStrike">
              <a:solidFill>
                <a:srgbClr val="3A8C93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81" name="Google Shape;281;p66"/>
          <p:cNvSpPr txBox="1"/>
          <p:nvPr/>
        </p:nvSpPr>
        <p:spPr>
          <a:xfrm>
            <a:off x="252720" y="3960000"/>
            <a:ext cx="3347280" cy="154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JEFF THOMAS</a:t>
            </a:r>
            <a:endParaRPr sz="2000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UDAYA  BHASKAR </a:t>
            </a:r>
            <a:endParaRPr sz="2000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282" name="Google Shape;282;p66"/>
          <p:cNvCxnSpPr/>
          <p:nvPr/>
        </p:nvCxnSpPr>
        <p:spPr>
          <a:xfrm>
            <a:off x="720000" y="2520000"/>
            <a:ext cx="6492240" cy="0"/>
          </a:xfrm>
          <a:prstGeom prst="straightConnector1">
            <a:avLst/>
          </a:prstGeom>
          <a:noFill/>
          <a:ln cap="flat" cmpd="sng" w="38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67"/>
          <p:cNvSpPr txBox="1"/>
          <p:nvPr/>
        </p:nvSpPr>
        <p:spPr>
          <a:xfrm>
            <a:off x="17280" y="492480"/>
            <a:ext cx="2862720" cy="498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5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Overview</a:t>
            </a:r>
            <a:endParaRPr b="0" sz="25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67"/>
          <p:cNvSpPr txBox="1"/>
          <p:nvPr/>
        </p:nvSpPr>
        <p:spPr>
          <a:xfrm>
            <a:off x="50760" y="1080000"/>
            <a:ext cx="10026000" cy="965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600" strike="noStrike">
                <a:latin typeface="Arial"/>
                <a:ea typeface="Arial"/>
                <a:cs typeface="Arial"/>
                <a:sym typeface="Arial"/>
              </a:rPr>
              <a:t>Objective</a:t>
            </a:r>
            <a:endParaRPr b="0" sz="16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600" strike="noStrike">
                <a:latin typeface="Arial"/>
                <a:ea typeface="Arial"/>
                <a:cs typeface="Arial"/>
                <a:sym typeface="Arial"/>
              </a:rPr>
              <a:t>To build an event-driven embedded Linux system that can detect sensor events in real time and communicate them reliably between boards using kernel-space drivers.</a:t>
            </a:r>
            <a:endParaRPr b="0" sz="16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67"/>
          <p:cNvSpPr txBox="1"/>
          <p:nvPr/>
        </p:nvSpPr>
        <p:spPr>
          <a:xfrm>
            <a:off x="70920" y="2025360"/>
            <a:ext cx="9829080" cy="1214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600" strike="noStrike">
                <a:latin typeface="Arial"/>
                <a:ea typeface="Arial"/>
                <a:cs typeface="Arial"/>
                <a:sym typeface="Arial"/>
              </a:rPr>
              <a:t>Problem</a:t>
            </a:r>
            <a:endParaRPr b="0" sz="16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600" strike="noStrike">
                <a:latin typeface="Arial"/>
                <a:ea typeface="Arial"/>
                <a:cs typeface="Arial"/>
                <a:sym typeface="Arial"/>
              </a:rPr>
              <a:t>Polling-based designs lead to unnecessary CPU usage and increased latency.</a:t>
            </a:r>
            <a:endParaRPr b="0" sz="16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600" strike="noStrike">
                <a:latin typeface="Arial"/>
                <a:ea typeface="Arial"/>
                <a:cs typeface="Arial"/>
                <a:sym typeface="Arial"/>
              </a:rPr>
              <a:t>Embedded peripherals require efficient handling at the kernel level.</a:t>
            </a:r>
            <a:endParaRPr b="0" sz="16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67"/>
          <p:cNvSpPr txBox="1"/>
          <p:nvPr/>
        </p:nvSpPr>
        <p:spPr>
          <a:xfrm>
            <a:off x="70920" y="3060000"/>
            <a:ext cx="9649080" cy="3032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600" strike="noStrike">
                <a:latin typeface="Arial"/>
                <a:ea typeface="Arial"/>
                <a:cs typeface="Arial"/>
                <a:sym typeface="Arial"/>
              </a:rPr>
              <a:t>Implementation</a:t>
            </a:r>
            <a:endParaRPr b="0" sz="16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600" strike="noStrike">
                <a:latin typeface="Arial"/>
                <a:ea typeface="Arial"/>
                <a:cs typeface="Arial"/>
                <a:sym typeface="Arial"/>
              </a:rPr>
              <a:t>Developed a GPIO platform driver with interrupt (IRQ) support to detect IR sensor events</a:t>
            </a:r>
            <a:endParaRPr b="0" sz="16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600" strike="noStrike">
                <a:latin typeface="Arial"/>
                <a:ea typeface="Arial"/>
                <a:cs typeface="Arial"/>
                <a:sym typeface="Arial"/>
              </a:rPr>
              <a:t>Implemented a UART platform driver for communication between the Linux board and Raspberry Pi</a:t>
            </a:r>
            <a:endParaRPr b="0" sz="16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600" strike="noStrike">
                <a:latin typeface="Arial"/>
                <a:ea typeface="Arial"/>
                <a:cs typeface="Arial"/>
                <a:sym typeface="Arial"/>
              </a:rPr>
              <a:t>Designed an SPI platform driver to control the LCD display</a:t>
            </a:r>
            <a:endParaRPr b="0" sz="16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600" strike="noStrike">
                <a:latin typeface="Arial"/>
                <a:ea typeface="Arial"/>
                <a:cs typeface="Arial"/>
                <a:sym typeface="Arial"/>
              </a:rPr>
              <a:t>Exposed device functionality through a character device interface for user–kernel interaction</a:t>
            </a:r>
            <a:endParaRPr b="0" sz="16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600" strike="noStrike">
                <a:latin typeface="Arial"/>
                <a:ea typeface="Arial"/>
                <a:cs typeface="Arial"/>
                <a:sym typeface="Arial"/>
              </a:rPr>
              <a:t>Used standard Linux system calls for data exchange and control.</a:t>
            </a:r>
            <a:endParaRPr b="0" sz="16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6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68"/>
          <p:cNvSpPr txBox="1"/>
          <p:nvPr/>
        </p:nvSpPr>
        <p:spPr>
          <a:xfrm>
            <a:off x="540000" y="504360"/>
            <a:ext cx="1974600" cy="483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4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Workflow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6" name="Google Shape;296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3080" y="1099440"/>
            <a:ext cx="7638840" cy="3495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Google Shape;301;p69" title="image1.jpeg"/>
          <p:cNvPicPr preferRelativeResize="0"/>
          <p:nvPr/>
        </p:nvPicPr>
        <p:blipFill rotWithShape="1">
          <a:blip r:embed="rId3">
            <a:alphaModFix/>
          </a:blip>
          <a:srcRect b="269" l="0" r="0" t="259"/>
          <a:stretch/>
        </p:blipFill>
        <p:spPr>
          <a:xfrm>
            <a:off x="360000" y="1174680"/>
            <a:ext cx="4329720" cy="242532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69" title="image2.jpeg"/>
          <p:cNvPicPr preferRelativeResize="0"/>
          <p:nvPr/>
        </p:nvPicPr>
        <p:blipFill rotWithShape="1">
          <a:blip r:embed="rId4">
            <a:alphaModFix/>
          </a:blip>
          <a:srcRect b="0" l="110" r="120" t="0"/>
          <a:stretch/>
        </p:blipFill>
        <p:spPr>
          <a:xfrm>
            <a:off x="5220000" y="1156680"/>
            <a:ext cx="4320000" cy="243827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6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40000" y="3933360"/>
            <a:ext cx="4680000" cy="1466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6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0000" y="3960000"/>
            <a:ext cx="4320000" cy="132264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69"/>
          <p:cNvSpPr txBox="1"/>
          <p:nvPr/>
        </p:nvSpPr>
        <p:spPr>
          <a:xfrm>
            <a:off x="261360" y="504360"/>
            <a:ext cx="1538640" cy="483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4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Results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70"/>
          <p:cNvSpPr txBox="1"/>
          <p:nvPr/>
        </p:nvSpPr>
        <p:spPr>
          <a:xfrm>
            <a:off x="504000" y="2004840"/>
            <a:ext cx="9068400" cy="16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9600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Thank you</a:t>
            </a:r>
            <a:endParaRPr b="0" sz="9600" strike="noStrike">
              <a:solidFill>
                <a:srgbClr val="3A8C93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